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8" r:id="rId2"/>
    <p:sldId id="292" r:id="rId3"/>
    <p:sldId id="311" r:id="rId4"/>
    <p:sldId id="312" r:id="rId5"/>
    <p:sldId id="314" r:id="rId6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94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6B32161-E61B-4996-B212-8810394BF1E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2437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D83719-2286-4907-A57C-0A4B03535FB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1553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DC2781-2832-452C-9B9D-6F36A76DF8BC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56658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B8E1A3-8597-4C96-8637-0A5F14EE2120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1822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5930900" y="6384925"/>
            <a:ext cx="2895600" cy="2444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lvl1pPr>
          </a:lstStyle>
          <a:p>
            <a:endParaRPr lang="en-US" altLang="ko-K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3124200" y="6477000"/>
            <a:ext cx="1828800" cy="2444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/>
            </a:lvl1pPr>
          </a:lstStyle>
          <a:p>
            <a:fld id="{8D581E84-51AF-495B-B049-D6B50999B297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873375" y="4038600"/>
            <a:ext cx="5584825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en-US" altLang="ko-KR" noProof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2819400" y="3276600"/>
            <a:ext cx="5791200" cy="6826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altLang="ko-KR" noProof="0"/>
          </a:p>
        </p:txBody>
      </p:sp>
    </p:spTree>
    <p:extLst>
      <p:ext uri="{BB962C8B-B14F-4D97-AF65-F5344CB8AC3E}">
        <p14:creationId xmlns:p14="http://schemas.microsoft.com/office/powerpoint/2010/main" val="103044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autoUpdateAnimBg="0" advAuto="0"/>
      <p:bldP spid="3074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622DC-1DCD-40FC-B8C1-9BC2C526A8D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050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8059F-71B8-4411-B4D9-27463CEF0115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311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787E55-1226-4C54-AC5A-92719EA63242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985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BC0E5-2C99-4D06-8446-EB8D00A5C549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530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C5105-654A-4D35-B976-9AEC3911A38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12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D4DEF9-B8E0-4146-BE48-5E6F58AB0D15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267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25F75-FFD8-494B-A6CB-424E8DF5D7E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252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00835-F895-4370-97A1-7415FE12B87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72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9DDB8-1859-48D1-A634-96089DA950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388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62750" y="457200"/>
            <a:ext cx="207645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3400" y="457200"/>
            <a:ext cx="607695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D204E6-3055-41D1-B00D-58C85ABEAAA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3113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1769454D-0297-4950-8043-4E052DE009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356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305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304800" y="6553200"/>
            <a:ext cx="2133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5943600" y="63246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971800" y="6553200"/>
            <a:ext cx="2133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50" charset="-127"/>
              </a:defRPr>
            </a:lvl1pPr>
          </a:lstStyle>
          <a:p>
            <a:fld id="{1769454D-0297-4950-8043-4E052DE0094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1828800" y="457200"/>
            <a:ext cx="6934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149796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91680" y="4365104"/>
            <a:ext cx="5767388" cy="1368425"/>
          </a:xfrm>
        </p:spPr>
        <p:txBody>
          <a:bodyPr/>
          <a:lstStyle/>
          <a:p>
            <a:pPr algn="r"/>
            <a:r>
              <a:rPr lang="ko-KR" altLang="en-US" dirty="0"/>
              <a:t>한국산업기술대학교</a:t>
            </a:r>
          </a:p>
          <a:p>
            <a:pPr algn="r"/>
            <a:r>
              <a:rPr lang="ko-KR" altLang="en-US"/>
              <a:t>게임공학부</a:t>
            </a:r>
            <a:endParaRPr lang="ko-KR" altLang="en-US" dirty="0"/>
          </a:p>
          <a:p>
            <a:pPr algn="r"/>
            <a:r>
              <a:rPr lang="ko-KR" altLang="en-US" dirty="0"/>
              <a:t>장 지 </a:t>
            </a:r>
            <a:r>
              <a:rPr lang="ko-KR" altLang="en-US" dirty="0" err="1"/>
              <a:t>웅</a:t>
            </a:r>
            <a:endParaRPr lang="ko-KR" alt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변수와 배열</a:t>
            </a:r>
            <a:r>
              <a:rPr lang="en-US" altLang="ko-KR" dirty="0"/>
              <a:t>(ARRAY)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공부해 올 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82080" y="1340768"/>
            <a:ext cx="8280920" cy="648072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배열이란 무엇인가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74792" y="2060848"/>
            <a:ext cx="8280920" cy="663103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배열은 어떻게 선언하는가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7504" y="2780928"/>
            <a:ext cx="8280920" cy="648072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배열과 메모리 위치는 어떤 관계가 있는가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7504" y="3498581"/>
            <a:ext cx="8280920" cy="2046162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10</a:t>
            </a:r>
            <a:r>
              <a:rPr lang="ko-KR" altLang="en-US" sz="2800" dirty="0"/>
              <a:t>개의 정수형 배열 </a:t>
            </a:r>
            <a:r>
              <a:rPr lang="en-US" altLang="ko-KR" sz="2800" dirty="0"/>
              <a:t>K</a:t>
            </a:r>
            <a:r>
              <a:rPr lang="ko-KR" altLang="en-US" sz="2800" dirty="0"/>
              <a:t>에 </a:t>
            </a:r>
            <a:r>
              <a:rPr lang="en-US" altLang="ko-KR" sz="2800" dirty="0"/>
              <a:t>1~10</a:t>
            </a:r>
            <a:r>
              <a:rPr lang="ko-KR" altLang="en-US" sz="2800" dirty="0"/>
              <a:t>까지의 숫자를 입력하려고 한다</a:t>
            </a:r>
            <a:r>
              <a:rPr lang="en-US" altLang="ko-KR" sz="2800" dirty="0"/>
              <a:t>. </a:t>
            </a:r>
            <a:r>
              <a:rPr lang="ko-KR" altLang="en-US" sz="2800" dirty="0"/>
              <a:t>어떻게 하면 되는가</a:t>
            </a:r>
            <a:r>
              <a:rPr lang="en-US" altLang="ko-KR" sz="2800" dirty="0"/>
              <a:t>?</a:t>
            </a:r>
          </a:p>
          <a:p>
            <a:pPr algn="ctr"/>
            <a:endParaRPr lang="en-US" altLang="ko-KR" sz="2800" dirty="0"/>
          </a:p>
          <a:p>
            <a:pPr algn="ctr"/>
            <a:endParaRPr lang="ko-KR" altLang="en-US" sz="2800" dirty="0"/>
          </a:p>
        </p:txBody>
      </p:sp>
      <p:sp>
        <p:nvSpPr>
          <p:cNvPr id="3" name="직사각형 2"/>
          <p:cNvSpPr/>
          <p:nvPr/>
        </p:nvSpPr>
        <p:spPr bwMode="auto">
          <a:xfrm>
            <a:off x="2123728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2627784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3131840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635896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139952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644008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6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5148064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7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5652120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6156176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9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6660232" y="4752655"/>
            <a:ext cx="504056" cy="5040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74222" y="5213873"/>
            <a:ext cx="5373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K[0]  K[1]  K[2]  K[3]  K[4]  K[5]  K[6]  K[7]  K[8] K[9] </a:t>
            </a:r>
            <a:endParaRPr lang="ko-KR" altLang="en-US" sz="1400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452136" y="5622828"/>
            <a:ext cx="8280920" cy="648072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구조체형 배열은 어떻게 선언하고 사용하는가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올 내용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0917" y="2708920"/>
            <a:ext cx="8280920" cy="1440160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배열 </a:t>
            </a:r>
            <a:r>
              <a:rPr lang="en-US" altLang="ko-KR" dirty="0"/>
              <a:t>S</a:t>
            </a:r>
            <a:r>
              <a:rPr lang="ko-KR" altLang="en-US" dirty="0"/>
              <a:t>를 이용하여 </a:t>
            </a:r>
            <a:r>
              <a:rPr lang="en-US" altLang="ko-KR" dirty="0"/>
              <a:t>“</a:t>
            </a:r>
            <a:r>
              <a:rPr lang="ko-KR" altLang="en-US" dirty="0"/>
              <a:t>구민영</a:t>
            </a:r>
            <a:r>
              <a:rPr lang="en-US" altLang="ko-KR" dirty="0"/>
              <a:t>”</a:t>
            </a:r>
            <a:r>
              <a:rPr lang="ko-KR" altLang="en-US" dirty="0"/>
              <a:t>의 학년이 무엇인지 알아내는 프로그램을 작성하고 싶다</a:t>
            </a:r>
            <a:r>
              <a:rPr lang="en-US" altLang="ko-KR" dirty="0"/>
              <a:t>. </a:t>
            </a:r>
            <a:r>
              <a:rPr lang="ko-KR" altLang="en-US" dirty="0"/>
              <a:t> 순서도를 그려보자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1628800"/>
            <a:ext cx="86901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우리 클래스 학생 </a:t>
            </a:r>
            <a:r>
              <a:rPr lang="en-US" altLang="ko-KR" dirty="0"/>
              <a:t>40</a:t>
            </a:r>
            <a:r>
              <a:rPr lang="ko-KR" altLang="en-US" dirty="0"/>
              <a:t>명의 이름과 학년이 </a:t>
            </a:r>
            <a:endParaRPr lang="en-US" altLang="ko-KR" dirty="0"/>
          </a:p>
          <a:p>
            <a:r>
              <a:rPr lang="en-US" altLang="ko-KR" dirty="0"/>
              <a:t>                                        </a:t>
            </a:r>
            <a:r>
              <a:rPr lang="ko-KR" altLang="en-US" dirty="0"/>
              <a:t>배열 </a:t>
            </a:r>
            <a:r>
              <a:rPr lang="en-US" altLang="ko-KR" dirty="0"/>
              <a:t>S</a:t>
            </a:r>
            <a:r>
              <a:rPr lang="ko-KR" altLang="en-US" dirty="0"/>
              <a:t>에 저장되어 있다고 하자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433053" y="4365104"/>
            <a:ext cx="8280920" cy="1368152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배열 </a:t>
            </a:r>
            <a:r>
              <a:rPr lang="en-US" altLang="ko-KR" dirty="0"/>
              <a:t>S</a:t>
            </a:r>
            <a:r>
              <a:rPr lang="ko-KR" altLang="en-US" dirty="0"/>
              <a:t>를 이용하여 우리 클래스의 모든 </a:t>
            </a:r>
            <a:r>
              <a:rPr lang="en-US" altLang="ko-KR" dirty="0"/>
              <a:t>2</a:t>
            </a:r>
            <a:r>
              <a:rPr lang="ko-KR" altLang="en-US" dirty="0"/>
              <a:t>학년 학생 이름을 출력하는 프로그램을 작성하고 싶다</a:t>
            </a:r>
            <a:r>
              <a:rPr lang="en-US" altLang="ko-KR" dirty="0"/>
              <a:t>. </a:t>
            </a:r>
            <a:r>
              <a:rPr lang="ko-KR" altLang="en-US" dirty="0"/>
              <a:t> 순서도를 그려보자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220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올 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81841" y="3392996"/>
            <a:ext cx="8280920" cy="1584176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수강정정 기간에 </a:t>
            </a:r>
            <a:r>
              <a:rPr lang="en-US" altLang="ko-KR" dirty="0"/>
              <a:t>＂</a:t>
            </a:r>
            <a:r>
              <a:rPr lang="ko-KR" altLang="en-US" dirty="0"/>
              <a:t>김기태</a:t>
            </a:r>
            <a:r>
              <a:rPr lang="en-US" altLang="ko-KR" dirty="0"/>
              <a:t>＂</a:t>
            </a:r>
            <a:r>
              <a:rPr lang="ko-KR" altLang="en-US" dirty="0"/>
              <a:t>학생이 수강철회를 하였다</a:t>
            </a:r>
            <a:r>
              <a:rPr lang="en-US" altLang="ko-KR" dirty="0"/>
              <a:t>. </a:t>
            </a:r>
            <a:r>
              <a:rPr lang="ko-KR" altLang="en-US" dirty="0"/>
              <a:t>배열 </a:t>
            </a:r>
            <a:r>
              <a:rPr lang="en-US" altLang="ko-KR" dirty="0"/>
              <a:t>S</a:t>
            </a:r>
            <a:r>
              <a:rPr lang="ko-KR" altLang="en-US" dirty="0"/>
              <a:t>에서 삭제하는 프로그램을 작성하고 싶다</a:t>
            </a:r>
            <a:r>
              <a:rPr lang="en-US" altLang="ko-KR" dirty="0"/>
              <a:t>. </a:t>
            </a:r>
            <a:r>
              <a:rPr lang="ko-KR" altLang="en-US" dirty="0"/>
              <a:t>순서도를 그려보자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82080" y="1772816"/>
            <a:ext cx="8280920" cy="1404156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수강정정 기간에 </a:t>
            </a:r>
            <a:r>
              <a:rPr lang="en-US" altLang="ko-KR" dirty="0"/>
              <a:t>2</a:t>
            </a:r>
            <a:r>
              <a:rPr lang="ko-KR" altLang="en-US" dirty="0"/>
              <a:t>학년 학생</a:t>
            </a:r>
            <a:r>
              <a:rPr lang="en-US" altLang="ko-KR" dirty="0"/>
              <a:t>＂</a:t>
            </a:r>
            <a:r>
              <a:rPr lang="ko-KR" altLang="en-US" dirty="0"/>
              <a:t>김민우</a:t>
            </a:r>
            <a:r>
              <a:rPr lang="en-US" altLang="ko-KR" dirty="0"/>
              <a:t>＂</a:t>
            </a:r>
            <a:r>
              <a:rPr lang="ko-KR" altLang="en-US" dirty="0"/>
              <a:t>가 새로 수강신청을 하였다</a:t>
            </a:r>
            <a:r>
              <a:rPr lang="en-US" altLang="ko-KR" dirty="0"/>
              <a:t>. </a:t>
            </a:r>
            <a:r>
              <a:rPr lang="ko-KR" altLang="en-US" dirty="0"/>
              <a:t>배열 </a:t>
            </a:r>
            <a:r>
              <a:rPr lang="en-US" altLang="ko-KR" dirty="0"/>
              <a:t>S</a:t>
            </a:r>
            <a:r>
              <a:rPr lang="ko-KR" altLang="en-US" dirty="0"/>
              <a:t>에 추가하는 프로그램을 작성하고 싶다</a:t>
            </a:r>
            <a:r>
              <a:rPr lang="en-US" altLang="ko-KR" dirty="0"/>
              <a:t>. </a:t>
            </a:r>
            <a:r>
              <a:rPr lang="ko-KR" altLang="en-US" dirty="0"/>
              <a:t>순서도를 그려보자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10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680" y="260648"/>
            <a:ext cx="6995120" cy="926976"/>
          </a:xfrm>
        </p:spPr>
        <p:txBody>
          <a:bodyPr/>
          <a:lstStyle/>
          <a:p>
            <a:r>
              <a:rPr lang="en-US" altLang="ko-KR" sz="3200" dirty="0"/>
              <a:t>P2.</a:t>
            </a:r>
            <a:r>
              <a:rPr lang="ko-KR" altLang="en-US" sz="3200" dirty="0"/>
              <a:t> </a:t>
            </a:r>
            <a:r>
              <a:rPr lang="ko-KR" altLang="en-US" dirty="0"/>
              <a:t>배열을 이용한 데이터 관리</a:t>
            </a:r>
            <a:endParaRPr lang="ko-KR" altLang="en-US" sz="32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590" y="1359023"/>
            <a:ext cx="9006410" cy="515374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LOL</a:t>
            </a:r>
            <a:r>
              <a:rPr lang="ko-KR" altLang="en-US" sz="2000" dirty="0"/>
              <a:t>의 챔피언들에 대하여 다음 </a:t>
            </a:r>
            <a:r>
              <a:rPr lang="en-US" altLang="ko-KR" sz="2000" dirty="0"/>
              <a:t>6</a:t>
            </a:r>
            <a:r>
              <a:rPr lang="ko-KR" altLang="en-US" sz="2000" dirty="0"/>
              <a:t>가지 정보를 관리하기 위하여 구조체형 배열형태로 선언하고 데이터를 입력하는 부분을 작성해오세요</a:t>
            </a:r>
            <a:r>
              <a:rPr lang="en-US" altLang="ko-KR" sz="2000" dirty="0"/>
              <a:t>. </a:t>
            </a:r>
            <a:r>
              <a:rPr lang="ko-KR" altLang="en-US" sz="2000" dirty="0"/>
              <a:t>데이터는 게시판에 첨부됨</a:t>
            </a:r>
            <a:endParaRPr lang="en-US" altLang="ko-KR" sz="2000" dirty="0"/>
          </a:p>
          <a:p>
            <a:pPr lvl="1"/>
            <a:r>
              <a:rPr lang="en-US" altLang="ko-KR" sz="1800" dirty="0"/>
              <a:t>name, </a:t>
            </a:r>
            <a:r>
              <a:rPr lang="en-US" altLang="ko-KR" sz="1800" dirty="0" err="1"/>
              <a:t>hp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mp</a:t>
            </a:r>
            <a:r>
              <a:rPr lang="en-US" altLang="ko-KR" sz="1800" dirty="0"/>
              <a:t>, speed, range, position(top, mid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작성해 온 배열을 이용하여 </a:t>
            </a:r>
            <a:r>
              <a:rPr lang="en-US" altLang="ko-KR" sz="2000" dirty="0" err="1"/>
              <a:t>LOL_Dic</a:t>
            </a:r>
            <a:r>
              <a:rPr lang="ko-KR" altLang="en-US" sz="2000" dirty="0"/>
              <a:t>을 작성하라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Search [</a:t>
            </a:r>
            <a:r>
              <a:rPr lang="ko-KR" altLang="en-US" sz="2000" dirty="0"/>
              <a:t>챔피언이름</a:t>
            </a:r>
            <a:r>
              <a:rPr lang="en-US" altLang="ko-KR" sz="2000" dirty="0"/>
              <a:t>] : </a:t>
            </a:r>
            <a:r>
              <a:rPr lang="ko-KR" altLang="en-US" sz="2000" dirty="0"/>
              <a:t>주어진 챔피언의 정보를 출력한다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Insert : </a:t>
            </a:r>
            <a:r>
              <a:rPr lang="ko-KR" altLang="en-US" sz="2000" dirty="0"/>
              <a:t>새로운 챔피언의 정보를 </a:t>
            </a:r>
            <a:r>
              <a:rPr lang="ko-KR" altLang="en-US" sz="2000" dirty="0" err="1"/>
              <a:t>입력받아</a:t>
            </a:r>
            <a:r>
              <a:rPr lang="ko-KR" altLang="en-US" sz="2000" dirty="0"/>
              <a:t> 삽입한다</a:t>
            </a:r>
            <a:r>
              <a:rPr lang="en-US" altLang="ko-KR" sz="2000" dirty="0"/>
              <a:t>. </a:t>
            </a:r>
          </a:p>
          <a:p>
            <a:pPr lvl="1"/>
            <a:r>
              <a:rPr lang="en-US" altLang="ko-KR" sz="2000" dirty="0"/>
              <a:t>Delete [</a:t>
            </a:r>
            <a:r>
              <a:rPr lang="ko-KR" altLang="en-US" sz="2000" dirty="0"/>
              <a:t>챔피언이름</a:t>
            </a:r>
            <a:r>
              <a:rPr lang="en-US" altLang="ko-KR" sz="2000" dirty="0"/>
              <a:t>] : </a:t>
            </a:r>
            <a:r>
              <a:rPr lang="ko-KR" altLang="en-US" sz="2000" dirty="0"/>
              <a:t>주어진 챔피언에 대한 정보를 삭제한다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 err="1"/>
              <a:t>DeleteAll</a:t>
            </a:r>
            <a:r>
              <a:rPr lang="en-US" altLang="ko-KR" sz="2000" dirty="0"/>
              <a:t> [position] : </a:t>
            </a:r>
            <a:r>
              <a:rPr lang="ko-KR" altLang="en-US" sz="2000" dirty="0"/>
              <a:t>주어진 위치의 모든 챔피언 정보를 삭제한다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 err="1"/>
              <a:t>PrintAll</a:t>
            </a:r>
            <a:r>
              <a:rPr lang="en-US" altLang="ko-KR" sz="2000" dirty="0"/>
              <a:t> : </a:t>
            </a:r>
            <a:r>
              <a:rPr lang="ko-KR" altLang="en-US" sz="2000" dirty="0"/>
              <a:t>모든 챔피언의 정보를 배열에 저장된 순서대로 출력한다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 err="1"/>
              <a:t>FindMaxHp</a:t>
            </a:r>
            <a:r>
              <a:rPr lang="en-US" altLang="ko-KR" sz="2000" dirty="0"/>
              <a:t>: </a:t>
            </a:r>
            <a:r>
              <a:rPr lang="ko-KR" altLang="en-US" sz="2000" dirty="0"/>
              <a:t>가장 체력이 큰 챔피언의 정보를 출력한다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 err="1"/>
              <a:t>SortByHp</a:t>
            </a:r>
            <a:r>
              <a:rPr lang="en-US" altLang="ko-KR" sz="2000" dirty="0"/>
              <a:t>: </a:t>
            </a:r>
            <a:r>
              <a:rPr lang="ko-KR" altLang="en-US" sz="2000" dirty="0"/>
              <a:t>체력이 큰 챔피언부터 순서대로 저장한다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2" name="직사각형 1"/>
          <p:cNvSpPr/>
          <p:nvPr/>
        </p:nvSpPr>
        <p:spPr>
          <a:xfrm>
            <a:off x="341784" y="6294511"/>
            <a:ext cx="8460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/>
              <a:t>작성한 프로그램은 반드시 </a:t>
            </a:r>
            <a:r>
              <a:rPr lang="en-US" altLang="ko-KR" sz="2400" dirty="0" err="1"/>
              <a:t>eclass</a:t>
            </a:r>
            <a:r>
              <a:rPr lang="ko-KR" altLang="en-US" sz="2400" dirty="0"/>
              <a:t>의 과제 게시판에 올리세요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7249627"/>
      </p:ext>
    </p:extLst>
  </p:cSld>
  <p:clrMapOvr>
    <a:masterClrMapping/>
  </p:clrMapOvr>
</p:sld>
</file>

<file path=ppt/theme/theme1.xml><?xml version="1.0" encoding="utf-8"?>
<a:theme xmlns:a="http://schemas.openxmlformats.org/drawingml/2006/main" name="191tgp_global_light">
  <a:themeElements>
    <a:clrScheme name="191tgp_global_light 1">
      <a:dk1>
        <a:srgbClr val="808080"/>
      </a:dk1>
      <a:lt1>
        <a:srgbClr val="FFFFFF"/>
      </a:lt1>
      <a:dk2>
        <a:srgbClr val="0E237E"/>
      </a:dk2>
      <a:lt2>
        <a:srgbClr val="CCECFF"/>
      </a:lt2>
      <a:accent1>
        <a:srgbClr val="709EE2"/>
      </a:accent1>
      <a:accent2>
        <a:srgbClr val="9874F2"/>
      </a:accent2>
      <a:accent3>
        <a:srgbClr val="AAACC0"/>
      </a:accent3>
      <a:accent4>
        <a:srgbClr val="DADADA"/>
      </a:accent4>
      <a:accent5>
        <a:srgbClr val="BBCCEE"/>
      </a:accent5>
      <a:accent6>
        <a:srgbClr val="8968DB"/>
      </a:accent6>
      <a:hlink>
        <a:srgbClr val="3B9D81"/>
      </a:hlink>
      <a:folHlink>
        <a:srgbClr val="80C040"/>
      </a:folHlink>
    </a:clrScheme>
    <a:fontScheme name="191tgp_global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91tgp_global_light 1">
        <a:dk1>
          <a:srgbClr val="808080"/>
        </a:dk1>
        <a:lt1>
          <a:srgbClr val="FFFFFF"/>
        </a:lt1>
        <a:dk2>
          <a:srgbClr val="0E237E"/>
        </a:dk2>
        <a:lt2>
          <a:srgbClr val="CCECFF"/>
        </a:lt2>
        <a:accent1>
          <a:srgbClr val="709EE2"/>
        </a:accent1>
        <a:accent2>
          <a:srgbClr val="9874F2"/>
        </a:accent2>
        <a:accent3>
          <a:srgbClr val="AAACC0"/>
        </a:accent3>
        <a:accent4>
          <a:srgbClr val="DADADA"/>
        </a:accent4>
        <a:accent5>
          <a:srgbClr val="BBCCEE"/>
        </a:accent5>
        <a:accent6>
          <a:srgbClr val="8968DB"/>
        </a:accent6>
        <a:hlink>
          <a:srgbClr val="3B9D81"/>
        </a:hlink>
        <a:folHlink>
          <a:srgbClr val="80C0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2">
        <a:dk1>
          <a:srgbClr val="808080"/>
        </a:dk1>
        <a:lt1>
          <a:srgbClr val="FFFFFF"/>
        </a:lt1>
        <a:dk2>
          <a:srgbClr val="6C2042"/>
        </a:dk2>
        <a:lt2>
          <a:srgbClr val="CCECFF"/>
        </a:lt2>
        <a:accent1>
          <a:srgbClr val="ED9C65"/>
        </a:accent1>
        <a:accent2>
          <a:srgbClr val="5D7CDF"/>
        </a:accent2>
        <a:accent3>
          <a:srgbClr val="BAABB0"/>
        </a:accent3>
        <a:accent4>
          <a:srgbClr val="DADADA"/>
        </a:accent4>
        <a:accent5>
          <a:srgbClr val="F4CBB8"/>
        </a:accent5>
        <a:accent6>
          <a:srgbClr val="5370CA"/>
        </a:accent6>
        <a:hlink>
          <a:srgbClr val="93AB2D"/>
        </a:hlink>
        <a:folHlink>
          <a:srgbClr val="5097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3">
        <a:dk1>
          <a:srgbClr val="808080"/>
        </a:dk1>
        <a:lt1>
          <a:srgbClr val="FFFFFF"/>
        </a:lt1>
        <a:dk2>
          <a:srgbClr val="004E4C"/>
        </a:dk2>
        <a:lt2>
          <a:srgbClr val="FFFFCC"/>
        </a:lt2>
        <a:accent1>
          <a:srgbClr val="6FB4E3"/>
        </a:accent1>
        <a:accent2>
          <a:srgbClr val="2B976E"/>
        </a:accent2>
        <a:accent3>
          <a:srgbClr val="AAB2B2"/>
        </a:accent3>
        <a:accent4>
          <a:srgbClr val="DADADA"/>
        </a:accent4>
        <a:accent5>
          <a:srgbClr val="BBD6EF"/>
        </a:accent5>
        <a:accent6>
          <a:srgbClr val="268863"/>
        </a:accent6>
        <a:hlink>
          <a:srgbClr val="879543"/>
        </a:hlink>
        <a:folHlink>
          <a:srgbClr val="E3981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cdb2004191d</Template>
  <TotalTime>1395</TotalTime>
  <Words>334</Words>
  <Application>Microsoft Office PowerPoint</Application>
  <PresentationFormat>화면 슬라이드 쇼(4:3)</PresentationFormat>
  <Paragraphs>44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Arial</vt:lpstr>
      <vt:lpstr>Wingdings</vt:lpstr>
      <vt:lpstr>191tgp_global_light</vt:lpstr>
      <vt:lpstr>변수와 배열(ARRAY)</vt:lpstr>
      <vt:lpstr>공부해 올 내용</vt:lpstr>
      <vt:lpstr>생각해 올 내용</vt:lpstr>
      <vt:lpstr>생각해 올 내용</vt:lpstr>
      <vt:lpstr>P2. 배열을 이용한 데이터 관리</vt:lpstr>
    </vt:vector>
  </TitlesOfParts>
  <Company>우리집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장지웅</dc:creator>
  <cp:lastModifiedBy>장지웅(A0072)</cp:lastModifiedBy>
  <cp:revision>72</cp:revision>
  <dcterms:created xsi:type="dcterms:W3CDTF">2007-03-04T09:35:15Z</dcterms:created>
  <dcterms:modified xsi:type="dcterms:W3CDTF">2025-03-12T00:11:28Z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TC010610151042</vt:lpwstr>
  </property>
</Properties>
</file>